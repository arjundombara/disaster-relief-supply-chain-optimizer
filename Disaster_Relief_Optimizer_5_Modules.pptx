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31E35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2801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• PROBLEM STATEMENT #111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Relief Supply Chain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Platform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10896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Humanitarian Logistics Optimization Platform using Network Flow Algorithms &amp; Priority Triage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388620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8862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Spring Boot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388620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8862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388620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8862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Edmonds-Karp Max-Flow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58200" y="388620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8862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GIS Tactical Map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502920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Prepared for: Project Mentor Review | Scope: 5 Modular Subsystems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Multi-Depot Supply &amp; Inventory Tracking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Relief Warehouse Management &amp; Real-Time Stock Telemetry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Registry &amp; GIS Coordinates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central warehouses and tactical forward bases.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geocoordinates (latitude &amp; longitude) for spatial routing.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operational status (Active, Standby, Offline) in real time.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maximum physical storage capacities.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LAYER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Multi-Commodity Aid Inventory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Itemized tracking across 4 critical humanitarian aid categories: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Food Rations (standard metric survival packs)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Potable Water (bottled liters &amp; purification kits)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Emergency Medical Kits (trauma &amp; first aid)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Shelter Kits (waterproof family tents &amp; blankets)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&amp; CONTROL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Inventory Ledger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automated deduction upon consignment dispatch.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phantom stock allocation guarantee.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low-stock threshold triggers &amp; warnings.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adjustments and inward restocking.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Java 11, Spring Data JPA (Depot &amp; Inventory entities), In-Memory H2 / Relational MySQL, React 19 Data Grid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PITCH: "Transforms heterogeneous warehouse stockpiles into standardized supply nodes for capacity-constrained flow optimization."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Zone Triage &amp; Demand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Urgency Scoring &amp; Dynamic Need Modeling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CLASSIFICATION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Emergency Triage Matrix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 aligned with disaster triage protocols: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P5 (Critical): Imminent life threat, urgent priority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P4 (High): Severe shortages, acute crisis risk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P3 (Moderate): Strained supplies, non-critical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P1 - P2 (Low/Minimal): Stable recovery zones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COMPUTATION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Relief Demand Modeling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demand estimation tied to affected population size.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Differentiates commodity needs based on disaster type.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over-requesting and resource hoarding.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ensuring zero negative or corrupted inputs.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TRACKING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&amp; Fulfillment Telemetry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calculation of Unmet Demand Delta (Demanded vs Allocated).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zones with rising deprivation indices.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humanitarian starvation in remote isolated areas.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urgency indicators across all UI screens.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Spring Boot @Valid DTOs, DistributionPoint Entity, Custom Severity Weighting Engine, React Triage Cards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PITCH: "Quantifies human suffering into mathematical priority weights, ensuring life-threatening zones take precedence over low-severity requests."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Route Corridors &amp; Road Bottlenecks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Capacitated Network Modeling with Real-Time Hazard Simulation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TOPOLOGY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Capacitated Directed Corridors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physical roads as directional graph edges (Depot -&gt; Zone).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physical throughput limits (metric tons or trucks / hour).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Incorporates transit latency and travel duration factors.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exceeding bridge weight limits &amp; convoy thresholds.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HAZARD INJECTION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Hazard Simulation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road condition toggling with 1-click execution: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Submerged highways from flash flooding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Structural bridge collapse along transit arteries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Mountain pass blocked by landslides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zeroes out capacity (Capacity = 0) in flow graph.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Bottleneck Discovery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critical choke points restricting downstream aid.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cut-off zones requiring airlift or alternate detours.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residual edge capacities after each flow allocation.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 saturation indicators (Clear vs Congested).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Relational Route Schema, Dynamic Graph Adjacency Lists, Leaflet Polyline GIS Visualizer, Reactive State Sync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PITCH: "Bridges mathematical graph theory with physical reality. Damaged infrastructure dynamically reroutes flow through viable alternate corridors."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Optimization &amp; Triage Engine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Edmonds–Karp Max-Flow Algorithm &amp; Multi-Policy Humanitarian Fairness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TRANSFORMATION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Transformation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complex multi-depot, multi-zone network into G = (V, E):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Super-Source (S): Directed edges to Depots with stock capacity.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Corridors (Di -&gt; Zj): Bounded by physical road capacities.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Super-Sink (T): Directed edges from Zones with demanded units.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standard single-source single-sink max-flow computation.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MAX-FLOW ENGINE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Edmonds–Karp Flow Solver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 finds shortest augmenting path in Gf.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bottleneck capacity along residual edges until saturated.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polynomial runtime complexity: O(V · E²).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augmenting path logging for transparency and audit.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POLICY DECOUPLING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Fairness Policies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allocation policy modes: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PURE MAX-FLOW: Maximizes aggregate physical throughput.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PRIORITY-WEIGHTED: Satisfies P5 (Critical) &amp; P4 (High) triage before lower severity zones.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PROPORTIONAL EQUITY: Distributes proportional quota to prevent starvation of remote locations.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Custom Object-Oriented Graph Engine, Edmonds-Karp &amp; Dinic Algorithms, 32 JUnit 5 Automated Verification Tests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PITCH: "Decouples physical bottleneck discovery from human fairness policies, solving the classic ethical flaw of standard greedy flow algorithms."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OF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EOC Tactical Dashboard &amp; Consignment Dispatch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Incident Command Center, GIS Visualizer &amp; Consignment Lifecycle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AWARENESS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GIS Command Center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Dark-Mode Leaflet OpenStreetMap with CartoDB Dark Matter tiles.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Pulsating emergency beacons at high-severity disaster zones.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road saturation flows (Green = Clear, Red = Saturated).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tooltips displaying live stock, demand, and transit times.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STATE MACHINE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Dispatch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algorithmic flow solutions into physical dispatch orders.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State Machine (FSM) tracking consignment lifecycle: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(Approved by Operations Chief)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DISPATCHED (Loaded onto convoys)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TRANSIT (En route via designated corridor)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DELIVERED (Acknowledged by ground triage team)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SCENARIOS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Scenario Runner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cards: Total Aid Dispatched, Deficit %, Bottlenecks.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1-Click Disaster Scenarios (Coastal Flood, Island Cutoff, etc.).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Deficit Reports with CSV export for disaster audit.
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views (Incident Commander, Logistics Officer, Field Triage).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React 19, Lucide Tactical Icons, Leaflet 1.9 GIS, REST Client with Error Wrapping, Springdoc OpenAPI 3.0 / Swagger UI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PITCH: "Translates complex graph mathematics into an intuitive, operational mission control room for real-time disaster decision making."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 Integration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Traceability from Field Reports to Physical Relief Delivery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28655" cy="3474720"/>
        </p:xfrm>
        <a:graphic>
          <a:graphicData uri="http://schemas.openxmlformats.org/drawingml/2006/table">
            <a:tbl>
              <a:tblPr/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Processing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Output Deliverable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Technical USP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Depot &amp; Inventory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stockpiles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Multi-commodity stock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Supply 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phantom allocation ledger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Triage &amp; Demand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 reports &amp; population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scoring (P1–P5)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Demand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Severity-weighted human triage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Route Corridors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network &amp; hazard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 graph &amp; capacity zeroing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Capacitated Network G=(V,E)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hazard detour simulation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Optimization Engine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Supply, Demand, Corridors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Edmonds-Karp O(V·E²) + Policies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Flow Allocation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Separation of throughput &amp; fairness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EOC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plan &amp; live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GIS rendering &amp; shipment FSM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Tactical Map &amp; Consignments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dispatch mission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3A8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VERIFICATION STATUS: 32 Automated Unit &amp; Integration Tests Passing (100% Success Rate) | OpenAPI Swagger Documented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Mentor Evaluation &amp; Demonstration of Live Disaster Simulation Scenarios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Emergency Operations Logistics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Relief Supply Chain Optimizer - 5 Modules</dc:title>
  <dc:subject>Project 5 Modules Presentation for Mentor</dc:subject>
  <dc:creator>Disaster Relief Optimizer Team</dc:creator>
  <cp:lastModifiedBy>Disaster Relief Optimizer Team</cp:lastModifiedBy>
  <cp:revision>1</cp:revision>
  <dcterms:created xsi:type="dcterms:W3CDTF">2026-10-22T09:54:08Z</dcterms:created>
  <dcterms:modified xsi:type="dcterms:W3CDTF">2026-10-22T09:54:08Z</dcterms:modified>
</cp:coreProperties>
</file>