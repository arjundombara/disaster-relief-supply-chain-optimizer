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8655" cy="5394960"/>
          </a:xfrm>
          <a:prstGeom prst="roundRect">
            <a:avLst>
              <a:gd name="adj" fmla="val 3390"/>
            </a:avLst>
          </a:prstGeom>
          <a:solidFill>
            <a:srgbClr val="131E3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88720" y="128016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PRESENTATION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88720" y="1737360"/>
            <a:ext cx="9784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Optimization &amp;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Engine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88720" y="32004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Super-Source/Sink Network Transformation, Edmonds–Karp Max-Flow &amp; Ethical Triage Policies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188720" y="397764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Edmonds-Karp O(V·E²)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11880" y="397764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Super-Source/Sink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397764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Humanitarian Fairness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58200" y="397764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39776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JUnit Tests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51206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Disaster Relief Supply Chain Optimizer | Prepared for: Project Mentor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of Module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algorithmic core computing maximum physical aid throughput and ethical allocations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TRANSFORMATION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Transformation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multi-depot, multi-zone topology into single-source graph G':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Super-Source (S): Directed edges to Depots with stock capacities.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Corridors (Di -&gt; Zj): Capacitated road throughput bounds.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Super-Sink (T): Directed edges from Zones with demanded units.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standard single-source single-sink max-flow algorithms.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Edmonds–Karp Flow Solver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(BFS) finds shortest augmenting path in Gf.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bottleneck capacity along path and updates residual capacities.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polynomial runtime complexity: O(V · E²).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infinite loop risks associated with Ford-Fulkerson.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step-by-step augmenting path logging for auditability.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TRIAGE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Fairness Policies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operational distribution policies: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PURE MAX-FLOW: Maximizes aggregate physical throughput.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PRIORITY-WEIGHTED: Satisfies P5 (Critical) &amp; P4 (High) triage before lower tiers.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PROPORTIONAL EQUITY: Allocates proportional quota preventing remote zone starvation.
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132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Custom Graph Engine (FlowNetwork, EdmondsKarp, Dinic), MaxFlowService, AllocationService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PITCH: "Decouples physical bottleneck discovery from human fairness policies, solving the classic ethical flaw of standard greedy flow algorithms."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CODE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 Details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classes, residual graph operations, unit testing, and flow controllers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Engine Classes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FlowNetwork.java: Adjacency list representation with forward &amp; backward residual edges.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EdmondsKarp.java: BFS queue finding shortest augmenting path in Gf.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DinicMaxFlow.java: Level graph BFS + DFS blocking flow engine.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AugmentingPathStep.java: Audit record of bottleneck delta along path.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&amp; REST Controller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MaxFlowService.java: Builds graph G', runs solver, extracts flow.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AllocationService.java: Applies selected policy (MaxFlow, Priority, Equity).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/api/optimize: Executes optimization and returns flow matrix.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/api/optimize/audit: Returns step-by-step path traversal log.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91640"/>
            <a:ext cx="3337560" cy="347472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1920240"/>
            <a:ext cx="288036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235000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 Verification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734056"/>
            <a:ext cx="2880360" cy="2249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32 Automated Unit &amp; Integration Tests (100% success rate).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EdmondsKarpMaxFlowTest.java: Validates classic textbook flow networks.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AllocationServiceTest.java: Verifies P5 priority enforcement.
</a:t>
            </a:r>
            <a:endParaRPr lang="en-US" sz="1100" dirty="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Verified against edge cases: 0 inventory, disconnected sinks, cycles.
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349240"/>
            <a:ext cx="10728655" cy="868680"/>
          </a:xfrm>
          <a:prstGeom prst="roundRect">
            <a:avLst>
              <a:gd name="adj" fmla="val 1052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41324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LOCATION: backend/src/main/java/.../algorithm/EdmondsKarp.java, service/AllocationService.java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GUARANTEE: In any network with V vertices and E edges, Edmonds-Karp terminates in at most V·E augmenting steps.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Q&amp;A &amp; 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Viva Questions &amp; Demo Guide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technical questions to expect from mentors and how to answer them with confidence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0728655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0136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Why choose Edmonds-Karp over standard Ford-Fulkerson or simple Greedy dispatch?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30552"/>
            <a:ext cx="10332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Standard Ford-Fulkerson with DFS can take exponential time O(E · max_flow) or fail on irrational capacities. Greedy dispatch traps in local optima. Edmonds-Karp uses BFS, guaranteeing O(V · E²) polynomial time and optimal throughput.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0728655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1868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How does the algorithm prevent priority zones from causing starvation in other zones?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547872"/>
            <a:ext cx="10332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By offering the Proportional Equity policy mode: Alloc_j = MaxFlow · (Demand_j / Total_Demand). This distributes the physical maximum throughput proportionally while respecting bottleneck limits.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526280"/>
            <a:ext cx="10728655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63600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What is the purpose of backward/residual edges in the flow network?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965192"/>
            <a:ext cx="10332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Backward edges allow the algorithm to "undo" suboptimal flow assignments made in earlier BFS steps, mathematically guaranteeing global maximum throughput.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5486400"/>
            <a:ext cx="10728655" cy="685800"/>
          </a:xfrm>
          <a:prstGeom prst="roundRect">
            <a:avLst>
              <a:gd name="adj" fmla="val 13333"/>
            </a:avLst>
          </a:prstGeom>
          <a:solidFill>
            <a:srgbClr val="131E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59612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TIP: Offer to open the live system in the browser (http://localhost:5173) and demonstrate this specific module on the real UI.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Emergency Operations Logistics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Optimization &amp; Triage Engine Module - Mentor Review Presentation</dc:title>
  <dc:subject>Project Module 4: Algorithmic Optimization &amp; Triage Engine Module</dc:subject>
  <dc:creator>Disaster Relief Optimizer Team</dc:creator>
  <cp:lastModifiedBy>Disaster Relief Optimizer Team</cp:lastModifiedBy>
  <cp:revision>1</cp:revision>
  <dcterms:created xsi:type="dcterms:W3CDTF">2026-10-22T09:58:10Z</dcterms:created>
  <dcterms:modified xsi:type="dcterms:W3CDTF">2026-10-22T09:58:10Z</dcterms:modified>
</cp:coreProperties>
</file>