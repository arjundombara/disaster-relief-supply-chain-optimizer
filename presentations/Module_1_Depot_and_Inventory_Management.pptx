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31E35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2801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Multi-Depot Supply &amp;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Multi-Commodity Ledger &amp; Real-Time Warehouse Telemetry for Disaster Relief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JPA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H2 / MySQL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Data Grid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5820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Triggers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Disaster Relief Supply Chain Optimizer | Prepared for: Project Mentor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of Module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logic and operational capabilities implemented in the warehouse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Registry &amp; GIS Telemetry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regional hubs, ports, and emergency airbases.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exact geo-coordinates (latitude &amp; longitude).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live operational status (Active, Standby, Offline).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physical max throughput &amp; storage capacity limits.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LEDGER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Multi-Commodity Aid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4 essential humanitarian survival categories: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Food Rations (standard metric survival packs)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Potable Water (bottled liters &amp; purification packs)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Kits (trauma first-aid &amp; sterile supplies)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Shelter Kits (all-weather tents &amp; thermal blankets)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SAFETY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Deduction Ledger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atomic stock deduction upon consignment dispatch.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zero phantom inventory or double-allocation.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threshold triggers &amp; restock request logging.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transactional integrity across concurrent requests.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Spring Data JPA (Depot, Inventory entities) | FRONTEND: React 19 DepotView with real-time stock meters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PITCH: "Transforms heterogeneous warehouse stockpiles into standardized supply nodes for capacity-constrained flow optimization."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Details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endpoints, JPA entities, database schema, and frontend views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JPA Entities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Depot.java: id, name, location, latitude, longitude, status, capacity.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Inventory.java: id, depot_id (Foreign Key), itemType (ENUM), quantity, unit.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DepotRepository.java: JpaRepository with custom spatial &amp; status query methods.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DDL: Foreign key cascades with indexed location constraints.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Controller &amp; Endpoints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/api/depots: Lists all operational depots with stock totals.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/api/depots: Registers a new emergency warehouse hub.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/api/depots/{id}/inventory: Retrieves stock by item category.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PUT /api/depots/{id}/inventory: Updates stockpiles or triggers restock.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 Architecture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DepotView.jsx: Grid view of all warehouses with visual capacity bars.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InventoryModal: In-place modal to adjust quantities per category.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Badges: Visual green/amber/red indicators for depot readiness.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with Leaflet map for interactive warehouse pin rendering.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LOCATION: backend/src/main/java/.../model/Depot.java, controller/DepotController.java, frontend/src/views/DepotView.jsx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RELIABILITY: Enforces Bean Validation (@Valid, @NotNull) preventing corrupted inventory balances.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Q&amp;A &amp;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Viva Questions &amp; Demo Guide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questions to expect from mentors and how to answer them with confidence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013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does the system handle concurrent dispatch requests attempting to deduct from the same depot stock?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3055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Spring Boot uses @Transactional service methods with JPA optimistic/pessimistic locking to serialize inventory deductions, ensuring stock counts never drop below zero.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186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Why is inventory categorized into 4 separate commodities instead of an aggregate tonnage metric?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54787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Disasters demand specific resources. A flood requires potable water and medical kits, while an earthquake requires shelter. Independent tracking enables per-commodity flow optimization.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6360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happens when a depot is marked "Offline" or destroyed in a disaster?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96519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The optimization engine filters out non-active depots, setting their supply edges in the transformed flow network to 0, dynamically routing around the disabled hub.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486400"/>
            <a:ext cx="10728655" cy="685800"/>
          </a:xfrm>
          <a:prstGeom prst="roundRect">
            <a:avLst>
              <a:gd name="adj" fmla="val 13333"/>
            </a:avLst>
          </a:prstGeom>
          <a:solidFill>
            <a:srgbClr val="131E3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5961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TIP: Offer to open the live system in the browser (http://localhost:5173) and demonstrate this specific module on the real UI.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Emergency Operations Logistics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Multi-Depot &amp; Inventory Management Module - Mentor Review Presentation</dc:title>
  <dc:subject>Project Module 1: Multi-Depot &amp; Inventory Management Module</dc:subject>
  <dc:creator>Disaster Relief Optimizer Team</dc:creator>
  <cp:lastModifiedBy>Disaster Relief Optimizer Team</cp:lastModifiedBy>
  <cp:revision>1</cp:revision>
  <dcterms:created xsi:type="dcterms:W3CDTF">2026-10-22T09:58:10Z</dcterms:created>
  <dcterms:modified xsi:type="dcterms:W3CDTF">2026-10-22T09:58:10Z</dcterms:modified>
</cp:coreProperties>
</file>