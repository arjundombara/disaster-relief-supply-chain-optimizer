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0728655" cy="5394960"/>
          </a:xfrm>
          <a:prstGeom prst="roundRect">
            <a:avLst>
              <a:gd name="adj" fmla="val 3390"/>
            </a:avLst>
          </a:prstGeom>
          <a:solidFill>
            <a:srgbClr val="131E35"/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88720" y="128016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 PRESENTATION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88720" y="173736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EOC Tactical Dashboard &amp;</a:t>
            </a:r>
            <a:endParaRPr lang="en-US" sz="3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Consignment Dispatch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188720" y="320040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GIS Tactical Visualizer, Consignment Lifecycle State Machine &amp; Audit Analytics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188720" y="3977640"/>
            <a:ext cx="2240280" cy="411480"/>
          </a:xfrm>
          <a:prstGeom prst="roundRect">
            <a:avLst>
              <a:gd name="adj" fmla="val 22222"/>
            </a:avLst>
          </a:prstGeom>
          <a:solidFill>
            <a:srgbClr val="1E293B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39776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11880" y="3977640"/>
            <a:ext cx="2240280" cy="411480"/>
          </a:xfrm>
          <a:prstGeom prst="roundRect">
            <a:avLst>
              <a:gd name="adj" fmla="val 22222"/>
            </a:avLst>
          </a:prstGeom>
          <a:solidFill>
            <a:srgbClr val="1E293B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39776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1.9 GIS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35040" y="3977640"/>
            <a:ext cx="2240280" cy="411480"/>
          </a:xfrm>
          <a:prstGeom prst="roundRect">
            <a:avLst>
              <a:gd name="adj" fmla="val 22222"/>
            </a:avLst>
          </a:prstGeom>
          <a:solidFill>
            <a:srgbClr val="1E293B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39776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Consignment FSM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458200" y="3977640"/>
            <a:ext cx="2240280" cy="411480"/>
          </a:xfrm>
          <a:prstGeom prst="roundRect">
            <a:avLst>
              <a:gd name="adj" fmla="val 22222"/>
            </a:avLst>
          </a:prstGeom>
          <a:solidFill>
            <a:srgbClr val="1E293B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58200" y="39776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Audit Reports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88720" y="512064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Disaster Relief Supply Chain Optimizer | Prepared for: Project Mentor Review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Capabilities of Module 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command and control interface for disaster response coordinators and field logistics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3337560" cy="3474720"/>
          </a:xfrm>
          <a:prstGeom prst="roundRect">
            <a:avLst>
              <a:gd name="adj" fmla="val 4110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920240"/>
            <a:ext cx="2880360" cy="320040"/>
          </a:xfrm>
          <a:prstGeom prst="roundRect">
            <a:avLst>
              <a:gd name="adj" fmla="val 22857"/>
            </a:avLst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92024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SITUATIONAL AWARENESS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" y="235000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Tactical GIS Command Center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734056"/>
            <a:ext cx="2880360" cy="2249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Dark-Mode Leaflet OpenStreetMap with CartoDB Dark Matter tiles.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Pulsating emergency pins at Critical (P5) disaster zones.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corridor saturation flows (Green = Clear, Red = Saturated).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tooltips with live depot stockpiles and transit times.
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1691640"/>
            <a:ext cx="3337560" cy="3474720"/>
          </a:xfrm>
          <a:prstGeom prst="roundRect">
            <a:avLst>
              <a:gd name="adj" fmla="val 4110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920240"/>
            <a:ext cx="2880360" cy="320040"/>
          </a:xfrm>
          <a:prstGeom prst="roundRect">
            <a:avLst>
              <a:gd name="adj" fmla="val 22857"/>
            </a:avLst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92024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63440" y="235000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Consignment Dispatch Engine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2734056"/>
            <a:ext cx="2880360" cy="2249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abstract flow solutions into physical convoy shipments.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 Finite State Machine (FSM) lifecycle: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PENDING: Generated and awaiting commander sign-off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DISPATCHED: Convoy loaded and departed from warehouse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 TRANSIT: En route through designated road corridor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DELIVERED: Ground receipt confirmed by field triage
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1691640"/>
            <a:ext cx="3337560" cy="3474720"/>
          </a:xfrm>
          <a:prstGeom prst="roundRect">
            <a:avLst>
              <a:gd name="adj" fmla="val 4110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66760" y="1920240"/>
            <a:ext cx="2880360" cy="320040"/>
          </a:xfrm>
          <a:prstGeom prst="roundRect">
            <a:avLst>
              <a:gd name="adj" fmla="val 22857"/>
            </a:avLst>
          </a:prstGeom>
          <a:solidFill>
            <a:srgbClr val="A855F7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192024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AUDIT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235000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Scenario Suite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66760" y="2734056"/>
            <a:ext cx="2880360" cy="2249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KPI meters: Total Aid Dispatched, Deficit %, Saturated Routes.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Preset 1-Click Disaster Scenarios (Coastal Flood, Island Cutoff, etc.).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Deficit Reports with 1-click CSV export for government disaster audit.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views (Incident Commander, Logistics Officer, Field Triage).
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5349240"/>
            <a:ext cx="10728655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41324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Shipment Entity, DashboardController, OpenAPI 3.0 | FRONTEND: React 19, Leaflet 1.9, Lucide Icons, ReportsView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" y="57607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PITCH: "Translates complex graph mathematics into an intuitive, operational mission control room for real-time disaster decision making."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CODE STRUCTURE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Implementation Details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views, state coordination, REST clients, and API documentation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3337560" cy="3474720"/>
          </a:xfrm>
          <a:prstGeom prst="roundRect">
            <a:avLst>
              <a:gd name="adj" fmla="val 4110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920240"/>
            <a:ext cx="2880360" cy="320040"/>
          </a:xfrm>
          <a:prstGeom prst="roundRect">
            <a:avLst>
              <a:gd name="adj" fmla="val 22857"/>
            </a:avLst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92024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LAYER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" y="235000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Consignment Entity &amp; State Machine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734056"/>
            <a:ext cx="2880360" cy="2249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Shipment.java: id, depotId, zoneId, itemType, quantity, status.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 enum: PENDING, DISPATCHED, IN_TRANSIT, DELIVERED.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ShipmentController.java: Endpoints for status transition and history.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Prevents invalid transitions (e.g. DELIVERED -&gt; PENDING).
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1691640"/>
            <a:ext cx="3337560" cy="3474720"/>
          </a:xfrm>
          <a:prstGeom prst="roundRect">
            <a:avLst>
              <a:gd name="adj" fmla="val 4110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920240"/>
            <a:ext cx="2880360" cy="320040"/>
          </a:xfrm>
          <a:prstGeom prst="roundRect">
            <a:avLst>
              <a:gd name="adj" fmla="val 22857"/>
            </a:avLst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92024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UI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63440" y="235000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Visualizer &amp; Leaflet Map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2734056"/>
            <a:ext cx="2880360" cy="2249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ReliefMap.jsx: Leaflet container with custom SVG tactical markers.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Dynamic Polylines: Thickness proportional to flow volume.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Pulsing CSS Keyframe animations for high-severity disaster zones.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map pan &amp; zoom bounds fitting active disaster theatre.
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1691640"/>
            <a:ext cx="3337560" cy="3474720"/>
          </a:xfrm>
          <a:prstGeom prst="roundRect">
            <a:avLst>
              <a:gd name="adj" fmla="val 4110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66760" y="1920240"/>
            <a:ext cx="2880360" cy="320040"/>
          </a:xfrm>
          <a:prstGeom prst="roundRect">
            <a:avLst>
              <a:gd name="adj" fmla="val 22857"/>
            </a:avLst>
          </a:prstGeom>
          <a:solidFill>
            <a:srgbClr val="A855F7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192024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LAYER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235000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Export Engine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66760" y="2734056"/>
            <a:ext cx="2880360" cy="2249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ReportsView.jsx: Aggregated commodity deficit and delivery ratios.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CSV Export Engine: Client-side generation of auditable manifests.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ScenariosView.jsx: 1-click runner for Scenarios 1 to 8.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OpenAPI 3.0 / Swagger UI explorer available at /swagger-ui.html.
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5349240"/>
            <a:ext cx="10728655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41324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LOCATION: frontend/src/views/DashboardView.jsx, DeliveryView.jsx, ReportsView.jsx, backend/src/.../Shipment.java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" y="57607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PHILOSOPHY: Emergency Operations Center (EOC) dark-mode theme minimizes eye fatigue in high-stress command rooms.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Q&amp;A &amp; DEMONSTRATION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Viva Questions &amp; Demo Guide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technical questions to expect from mentors and how to answer them with confidence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10728655" cy="128016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0136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How do incident commanders know if an optimization solution is realistically deliverable?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130552"/>
            <a:ext cx="10332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Every allocation corresponds to an explicit augmenting path through verified road corridors. The EOC map visualizes each corridor with its flow saturation, preventing impossible routes.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3108960"/>
            <a:ext cx="10728655" cy="128016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21868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How does the system transition from algorithmic planning to physical convoy execution?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547872"/>
            <a:ext cx="10332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Incident commanders click "Commit Allocation", which creates Shipment entities in PENDING state. Ground staff update status to DISPATCHED and DELIVERED via the Delivery tracking screen.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4526280"/>
            <a:ext cx="10728655" cy="128016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63600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How do the pre-configured scenarios work during a live mentor demonstration?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4965192"/>
            <a:ext cx="10332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In ScenariosView.jsx, clicking any preset (e.g., Scenario 4: "Coastal Cyclone Bridge Collapse") wipes sample data and seeds exact disaster parameters, demonstrating real-time rerouting in seconds.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5486400"/>
            <a:ext cx="10728655" cy="685800"/>
          </a:xfrm>
          <a:prstGeom prst="roundRect">
            <a:avLst>
              <a:gd name="adj" fmla="val 13333"/>
            </a:avLst>
          </a:prstGeom>
          <a:solidFill>
            <a:srgbClr val="131E35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596128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TIP: Offer to open the live system in the browser (http://localhost:5173) and demonstrate this specific module on the real UI.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Emergency Operations Logistics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Emergency Operations Center (EOC) &amp; Consignment Dispatch Module - Mentor Review Presentation</dc:title>
  <dc:subject>Project Module 5: Emergency Operations Center (EOC) &amp; Consignment Dispatch Module</dc:subject>
  <dc:creator>Disaster Relief Optimizer Team</dc:creator>
  <cp:lastModifiedBy>Disaster Relief Optimizer Team</cp:lastModifiedBy>
  <cp:revision>1</cp:revision>
  <dcterms:created xsi:type="dcterms:W3CDTF">2026-10-22T09:58:10Z</dcterms:created>
  <dcterms:modified xsi:type="dcterms:W3CDTF">2026-10-22T09:58:10Z</dcterms:modified>
</cp:coreProperties>
</file>