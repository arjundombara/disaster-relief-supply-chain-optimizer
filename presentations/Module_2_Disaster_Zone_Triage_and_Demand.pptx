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8655" cy="5394960"/>
          </a:xfrm>
          <a:prstGeom prst="roundRect">
            <a:avLst>
              <a:gd name="adj" fmla="val 3390"/>
            </a:avLst>
          </a:prstGeom>
          <a:solidFill>
            <a:srgbClr val="131E35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2801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PRESENTATION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8872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Zone Triage &amp;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Assessment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88720" y="32004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Humanitarian Urgency Scoring, Severity Classification &amp; Dynamic Demand Estimation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88720" y="397764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5-Tier Triage Matrix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11880" y="397764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Estimation Engine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397764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 Telemetry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58200" y="397764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Cards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51206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Disaster Relief Supply Chain Optimizer | Prepared for: Project Mentor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 of Module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on-ground disaster damage into structured, mathematically weighted demands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PROTOCOL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5-Tier Severity Triage Matrix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disaster locations by acute survival threat: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P5 (Critical): Imminent life threat, zero reserve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P4 (High): Severe shortages, acute crisis imminent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P3 (Moderate): Strained supplies, non-life-threatening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P1 - P2 (Low/Minimal): Stable recovery, maintenance aid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MODELING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Relief Demand Estimation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itemized requirements per affected head.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commodity demand with disaster type (flood, earthquake).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Incorporates time-decay factors (days since last relief drop).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human speculation and resource over-ordering.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METRICS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 &amp; Starvation Telemetry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measures Unmet Demand Delta (Demanded vs Delivered).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critical triage zones experiencing persistent deficits.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zones with rising vulnerability scores.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visual urgency badges across all dashboard panels.
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132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DistributionPoint Entity, Severity Weighting Service | FRONTEND: DistributionPointView with priority triage cards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PITCH: "Quantifies human suffering into mathematical priority weights, ensuring life-threatening zones take precedence over low-severity requests."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CODE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 Details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endpoints, JPA entities, validation rules, and frontend components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LAYER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&amp; JPA Entities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DistributionPoint.java: id, name, location, latitude, longitude.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Fields: priorityLevel (1-5), affectedPopulation, urgencyScore.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Demands mapping: One-to-many relationship with itemized demands.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Bean Validation: @Min(1) @Max(5) bounds on priority levels.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Controller &amp; Endpoints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/api/zones: Retrieves all affected zones with current urgency.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/api/zones: Registers newly reported disaster impact areas.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PUT /api/zones/{id}/priority: Escalates or de-escalates triage level.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/api/zones/{id}/demands: Fetches itemized requirements.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Component Architecture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DistributionPointView.jsx: Kanban-style and list views of zones.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Priority Badges: Distinct color-coding (Red = P5, Amber = P4, Blue = P3).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Demand Input Modal: Form with validation preventing negative demands.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Integrated with Leaflet map for pulsing beacon animations on P5 zones.
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132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LOCATION: backend/src/main/java/.../model/DistributionPoint.java, DistributionPointController.java, DistributionPointView.jsx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HUMANITARIAN ETHICS: Implements the SPHERE Humanitarian Standards for minimum survival rations per person.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Q&amp;A &amp; DEMONSTRATION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Viva Questions &amp; Demo Guide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questions to expect from mentors and how to answer them with confidence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728655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0136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How do you prevent lower-priority zones from being permanently starved of resources?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30552"/>
            <a:ext cx="10332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While Priority-Weighted triage satisfies P5 and P4 zones first, our Proportional Equity mode allocates supplies in direct proportion to demand share, guaranteeing every zone receives a non-zero survival quota.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10728655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1868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How does the system validate incoming field damage reports against malicious or faulty inputs?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547872"/>
            <a:ext cx="10332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The Spring Boot REST layer uses @Valid annotations with Hibernate Validator constraints (@NotNull, @PositiveOrZero) and global exception interception.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526280"/>
            <a:ext cx="10728655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63600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Can a disaster zone's triage level change dynamically during the operation?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965192"/>
            <a:ext cx="10332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Yes. As relief arrives or aftershocks occur, the incident commander can update the priority level via PUT /api/zones/{id}/priority, which triggers an automatic network re-optimization.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5486400"/>
            <a:ext cx="10728655" cy="685800"/>
          </a:xfrm>
          <a:prstGeom prst="roundRect">
            <a:avLst>
              <a:gd name="adj" fmla="val 13333"/>
            </a:avLst>
          </a:prstGeom>
          <a:solidFill>
            <a:srgbClr val="131E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59612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TIP: Offer to open the live system in the browser (http://localhost:5173) and demonstrate this specific module on the real UI.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Emergency Operations Logistics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 Zone Triage &amp; Demand Assessment Module - Mentor Review Presentation</dc:title>
  <dc:subject>Project Module 2: Disaster Zone Triage &amp; Demand Assessment Module</dc:subject>
  <dc:creator>Disaster Relief Optimizer Team</dc:creator>
  <cp:lastModifiedBy>Disaster Relief Optimizer Team</cp:lastModifiedBy>
  <cp:revision>1</cp:revision>
  <dcterms:created xsi:type="dcterms:W3CDTF">2026-10-22T09:58:10Z</dcterms:created>
  <dcterms:modified xsi:type="dcterms:W3CDTF">2026-10-22T09:58:10Z</dcterms:modified>
</cp:coreProperties>
</file>