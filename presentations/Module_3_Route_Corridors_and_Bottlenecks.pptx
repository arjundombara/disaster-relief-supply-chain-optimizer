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31E3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 Corridors &amp;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Bottlenecks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Network Graph Modeling, Disaster Hazard Simulation &amp; Choke Point Detection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Graph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Injection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5820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Routing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Disaster Relief Supply Chain Optimizer | Prepared for: Project Mentor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Module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physical highway and bridge infrastructure into mathematical graph constraints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Directed Corridors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transit roads as directed graph edges (Depot -&gt; Zone).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physical road throughput bounds (trucks or tons / hour).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travel latency (transit time in minutes / hours).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vehicle weight restrictions are strictly honored.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SIMULATION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Hazard Injection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dynamic hazard simulation toggles: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Flooded / submerged highway sections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 bridge collapse along transit arteries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Landslides and rockfalls cutting off mountain passes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zeroes out capacity (Capacity = 0) in active graph.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Bottleneck Discovery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saturated transit corridors operating at 100% capacity.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isolated disaster pockets cut off from road access.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residual corridor capacities after each delivery flow.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visual alerts to commanders for alternative airlift needs.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Route Entity, RouteRepository, Adjacency Matrix | FRONTEND: RouteView with interactive road condition toggles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"Bridges mathematical graph theory with physical reality. Damaged infrastructure dynamically reroutes flow through viable alternate corridors."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structures, route entities, REST endpoints, and Leaflet visualizer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JPA Entities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Route.java: id, sourceDepot_id, targetZone_id, capacity.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Fields: distanceKm, transitTimeMinutes, isAvailable (Boolean).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 constraints linking Depots to DistributionPoints.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Indexed lookups for high-speed graph construction.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Controller &amp; Endpoints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/api/routes: Lists all road corridors and operational statuses.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/api/routes: Adds newly opened transit corridors.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PATCH /api/routes/{id}/toggle: Toggles route availability (Open/Blocked).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PUT /api/routes/{id}/capacity: Updates max throughput capacity.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RouteView.jsx: Table and card views of corridors with switch toggles.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Blocked Route Warning: Visual red warning tag when a corridor is severed.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 GIS Integration: Corridors rendered as color-coded polylines.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saturation indicator (Green = Clear, Amber = Heavy, Red = Saturated).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LOCATION: backend/src/main/java/.../model/Route.java, RouteController.java, frontend/src/views/RouteView.jsx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EFFICIENCY: When a route is toggled blocked, graph re-computation occurs in sub-10 milliseconds.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Q&amp;A &amp;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Viva Questions &amp; Demo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questions to expect from mentors and how to answer them with confidence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happens in the mathematical model when a route is toggled as "Blocked"?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 the residual graph, the forward capacity c(u,v) is immediately set to 0. BFS augmenting path search ignores 0-capacity edges, automatically forcing flow through alternate paths.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186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does the system handle multi-hop routes (Depot -&gt; Transit Hub -&gt; Zone)?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54787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flow network models intermediate transit nodes seamlessly. Conservation of flow guarantees that net flow entering an intermediate hub equals net flow exiting.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360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do you identify the exact bottleneck corridor in a saturated network?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6519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By finding the Minimum Cut (Min-Cut) of the residual graph. The saturated edges connecting the source-reachable set to the sink-reachable set represent the exact physical bottleneck.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10728655" cy="685800"/>
          </a:xfrm>
          <a:prstGeom prst="roundRect">
            <a:avLst>
              <a:gd name="adj" fmla="val 13333"/>
            </a:avLst>
          </a:prstGeom>
          <a:solidFill>
            <a:srgbClr val="13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5961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TIP: Offer to open the live system in the browser (http://localhost:5173) and demonstrate this specific module on the real UI.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Emergency Operations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Route Corridors &amp; Road Bottlenecks Module - Mentor Review Presentation</dc:title>
  <dc:subject>Project Module 3: Dynamic Route Corridors &amp; Road Bottlenecks Module</dc:subject>
  <dc:creator>Disaster Relief Optimizer Team</dc:creator>
  <cp:lastModifiedBy>Disaster Relief Optimizer Team</cp:lastModifiedBy>
  <cp:revision>1</cp:revision>
  <dcterms:created xsi:type="dcterms:W3CDTF">2026-10-22T09:58:10Z</dcterms:created>
  <dcterms:modified xsi:type="dcterms:W3CDTF">2026-10-22T09:58:10Z</dcterms:modified>
</cp:coreProperties>
</file>